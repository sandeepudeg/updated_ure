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embeddedFontLst>
    <p:embeddedFont>
      <p:font typeface="Manrope" panose="020B0604020202020204" charset="0"/>
      <p:regular r:id="rId17"/>
      <p:bold r:id="rId18"/>
    </p:embeddedFont>
    <p:embeddedFont>
      <p:font typeface="Manrope SemiBold" panose="020B0604020202020204" charset="0"/>
      <p:regular r:id="rId19"/>
      <p:bold r:id="rId20"/>
    </p:embeddedFont>
    <p:embeddedFont>
      <p:font typeface="Poppins" panose="020B0502040204020203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5" d="100"/>
          <a:sy n="155" d="100"/>
        </p:scale>
        <p:origin x="354" y="13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6c7e62156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6c7e62156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6c7e62156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6c7e62156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6c7e62156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b6c7e62156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b6c7e62156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b6c7e62156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6c7e62156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b6c7e62156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b6c7e62156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b6c7e62156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b6c7e62156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b6c7e62156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b6c7e62156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b6c7e62156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91012bb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91012bb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b91012bb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b91012bb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b91012bb2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b91012bb2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1012bb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1012bb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b6c7e62156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b6c7e62156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Artscfghgboard – 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83675" y="3446998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 </a:t>
            </a:r>
            <a:r>
              <a:rPr lang="en-IN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Assemblers </a:t>
            </a:r>
            <a:endParaRPr sz="1600" dirty="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83680" y="4298160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83663" y="3854458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>
              <a:lnSpc>
                <a:spcPct val="80000"/>
              </a:lnSpc>
            </a:pPr>
            <a:r>
              <a:rPr lang="en-GB" sz="1600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 Sandeep Udeg</a:t>
            </a:r>
            <a:endParaRPr sz="1600" dirty="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Artboarddfghjk – 6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311700" y="86355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 sz="1700" b="1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Brief about the Idea:</a:t>
            </a:r>
            <a:endParaRPr sz="1700" b="1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5" title="Artboarddfghjk – 6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/>
          <p:nvPr/>
        </p:nvSpPr>
        <p:spPr>
          <a:xfrm>
            <a:off x="311700" y="863550"/>
            <a:ext cx="6267900" cy="28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-GB" sz="1700" b="1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Your solution should be able to explain the following:</a:t>
            </a:r>
            <a:endParaRPr sz="1700" b="1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202729"/>
              </a:buClr>
              <a:buSzPts val="1600"/>
              <a:buFont typeface="Manrope SemiBold"/>
              <a:buChar char="●"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Why AI is required in your solution?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ts val="1600"/>
              <a:buFont typeface="Manrope SemiBold"/>
              <a:buChar char="●"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How AWS services are used within your architecture?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ts val="1600"/>
              <a:buFont typeface="Manrope SemiBold"/>
              <a:buChar char="●"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What value the AI layer adds to the user experience?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Artboarddfghjk – 6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6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-GB" sz="1700" b="1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List of features offered by the solution</a:t>
            </a:r>
            <a:endParaRPr sz="1700" b="1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434343"/>
                </a:solidFill>
                <a:latin typeface="Manrope"/>
                <a:ea typeface="Manrope"/>
                <a:cs typeface="Manrope"/>
                <a:sym typeface="Manrope"/>
              </a:rPr>
              <a:t>It is always better to add a few visual representations (drawings/sketches/illustrations etc.) to your presentation, it adds to the power through which it reaches the audience.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7" title="Artboarddfghjk – 6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7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-GB" sz="1700" b="1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Process flow diagram or Use-case diagram</a:t>
            </a:r>
            <a:endParaRPr sz="1700" b="1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434343"/>
                </a:solidFill>
                <a:latin typeface="Manrope"/>
                <a:ea typeface="Manrope"/>
                <a:cs typeface="Manrope"/>
                <a:sym typeface="Manrope"/>
              </a:rPr>
              <a:t>Add a flow diagram or a use case diagram or an architecture diagram.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8" title="Artboarddfghjk – 6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8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 sz="1700" b="1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Wireframes/Mock diagrams of the proposed solution 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9" title="Artboarddfghjk – 6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9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 sz="1700" b="1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Architecture diagram of the proposed solution: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0" title="Artboarddfghjk – 6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0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 sz="1700" b="1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Technologies utilized in the solution: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21" title="Artboarddfghjk – 6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1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 sz="1700" b="1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Estimated implementation cost (optional):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2" title="Artboarddfghjk – 6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2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 sz="1700" b="1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Snapshots of the prototype: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3" title="Artboarddfghjk – 6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3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 sz="1700" b="1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Prototype Performance report/Benchmarking: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24" title="Artboarddfghjk – 6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4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 sz="1700" b="1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Additional Details/Future Development (if any):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25" title="Artboarddfghjk – 6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5"/>
          <p:cNvSpPr txBox="1"/>
          <p:nvPr/>
        </p:nvSpPr>
        <p:spPr>
          <a:xfrm>
            <a:off x="311700" y="863550"/>
            <a:ext cx="7531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 sz="1700" b="1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Prototype Assets: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382950" y="1391326"/>
            <a:ext cx="7531800" cy="7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GitHub Public Repository Link</a:t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Demo Video Link (Max: 3 Minutes)</a:t>
            </a:r>
            <a:endParaRPr sz="1700" b="1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26" title="AI for Bharddat BANNER – 5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</Words>
  <Application>Microsoft Office PowerPoint</Application>
  <PresentationFormat>On-screen Show (16:9)</PresentationFormat>
  <Paragraphs>22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Manrope SemiBold</vt:lpstr>
      <vt:lpstr>Poppins</vt:lpstr>
      <vt:lpstr>Arial</vt:lpstr>
      <vt:lpstr>Manrope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Sandeepudeg2025</cp:lastModifiedBy>
  <cp:revision>1</cp:revision>
  <dcterms:modified xsi:type="dcterms:W3CDTF">2026-03-06T12:11:29Z</dcterms:modified>
</cp:coreProperties>
</file>